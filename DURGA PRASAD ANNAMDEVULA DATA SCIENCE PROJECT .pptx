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5" r:id="rId3"/>
    <p:sldId id="258" r:id="rId4"/>
    <p:sldId id="259" r:id="rId5"/>
    <p:sldId id="261" r:id="rId6"/>
    <p:sldId id="262" r:id="rId7"/>
    <p:sldId id="263" r:id="rId8"/>
    <p:sldId id="289" r:id="rId9"/>
    <p:sldId id="264" r:id="rId10"/>
    <p:sldId id="265" r:id="rId11"/>
    <p:sldId id="267" r:id="rId12"/>
    <p:sldId id="270" r:id="rId13"/>
    <p:sldId id="269" r:id="rId14"/>
    <p:sldId id="268" r:id="rId15"/>
    <p:sldId id="290" r:id="rId16"/>
    <p:sldId id="271" r:id="rId17"/>
    <p:sldId id="272" r:id="rId18"/>
    <p:sldId id="273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3" r:id="rId30"/>
    <p:sldId id="294" r:id="rId31"/>
    <p:sldId id="295" r:id="rId32"/>
    <p:sldId id="276" r:id="rId33"/>
    <p:sldId id="291" r:id="rId34"/>
    <p:sldId id="277" r:id="rId35"/>
    <p:sldId id="292" r:id="rId36"/>
    <p:sldId id="27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658B-957D-1252-CF4A-581924943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FDA44-5763-918E-63AD-275837471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04E59-E821-F0BE-97ED-62C454528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8F05A-AEF3-98F9-7CF3-58956035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C5E26-7CF9-FCC7-88A2-70D3C904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84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ABADD-BC29-4F9C-CFCC-1C23C6CA2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80355-9407-E31D-409E-6BAA0803D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AF254-B8B3-EE81-5DE0-76E0D0DB8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3D769-B7FB-E6D2-8E6D-2B14268D9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1C917-9E0C-0286-0E8E-6B605111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620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C069F-056E-FA34-BC05-A0199134A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59761-1447-10FC-5BE6-830FB99C0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06866-0E63-73D0-B962-B3156898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24505-84C1-0EE5-BB11-2D6D058F9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D8BD3-6815-A51C-3D07-988B22D8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47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024C-9FB1-877E-6B92-B90C0B49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CB946-4869-89B0-4FBF-76BC83132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B8B145-6A99-8CFB-5B0D-B01898923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78634-B51B-9A42-6C50-C9A06D74F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E98F7-465B-C039-4998-6E633A195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6CCE5-9D4F-8EAE-EB21-D7698205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99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4872-28C1-DD66-CED9-A12FAF91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5F237-8DFC-98E5-B9DF-0796DE254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27F8C-0CF4-BB6E-F7DB-72B535C1D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5DF376-3617-DAEA-B85D-28372A035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4D2638-A3FF-366B-EA2A-C639DA399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EFBC80-F17E-4539-D58F-54CCBB781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C501A0-ACD9-4A26-C6A5-03844AA11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A0A3E-D553-AA3E-EEF0-E07DA2CE5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280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24BFA-11A2-E230-6117-1AAE6150D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45C71-7F9B-A2ED-4F23-0C2D3B20A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591F4-E2DA-641E-3DB3-B197D39A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BCB3F8-5AA4-4392-CCD7-B111C154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76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427538-0A01-200C-D1B4-7051D602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35DD56-E1FA-3B01-EA2E-8FC4D21C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43D98-9EEA-266B-90E8-2A7D80AED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961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10C7-54CE-683D-7844-53A3B031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89CC-8EAF-F269-7CAB-B9F151E9D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02128-C5A1-23ED-E51F-D59E8D2BD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4D10A8-E31E-2EC9-BB00-929548443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F8156-FF9A-A074-788E-1A2C3A15C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78B80-C7C7-641D-F68F-BC3CFF544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768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8698-45B2-2E88-089C-53C04E1C9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3654F-21B0-7D97-AD31-A6853F75E2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F9543-AA00-898A-0F0F-E9595451F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3A7C3-52A2-5CCA-6571-88D31EB8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F098B-00CB-EB46-882C-90EB64893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F7C52-0892-7B87-CB91-477FDE2C7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413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0E6B2-ED92-E731-3949-E81334F7D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7E8578-CE2F-1DBF-0FB5-BB46F153C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896D5-C9F3-7335-6D41-3DA0EE10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A2C46-0DDB-8FBE-0C7F-DA701B1F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2E061-EF26-30C9-3680-DB42AA38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887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0E549D-E22C-BACA-63BE-472E4E510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1DD56-609F-5A3F-1CEC-7F596E21F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7CDC6-EFCC-2B2A-4216-50A797B9C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F3DFD-419D-66DA-FA8F-00EE7437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C8092-A0FF-E014-D340-C6E0A9CD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58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8B1D68-41E1-8970-A430-40685A13A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1A13D-9F1A-9E7C-1A77-B385B65A7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A4C94-FBC0-BB15-F4D3-9A376919F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F5D0F-EDC9-4155-A796-12DACAD754B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43803-5DA0-34E5-2C54-3CDE7D658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59A1B-0213-0DC6-062F-65724C454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7C3FE-6ECF-4D10-86CC-20C73AADB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00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E494-ACA4-98F0-7EE5-3453853C2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617947"/>
          </a:xfrm>
        </p:spPr>
        <p:txBody>
          <a:bodyPr>
            <a:normAutofit fontScale="90000"/>
          </a:bodyPr>
          <a:lstStyle/>
          <a:p>
            <a:b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4C070-DBA6-1E94-02AC-B5FACF70A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3265" y="2019044"/>
            <a:ext cx="7993625" cy="324121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6CB288-D21C-2988-3B4E-C57087176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13" y="196646"/>
            <a:ext cx="11818373" cy="6449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0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E168-7268-35C2-77A2-756A8E4A7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PROJECT TITLE  :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CHURN PREDICTION</a:t>
            </a:r>
            <a:b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PROJECT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F009B-4C68-8B2F-F7BA-95C1A13EA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0764" cy="46672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 :      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ANNAMDEVULA DURGA PRASAD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INTERN ID : 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EDU-2026-355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DOMAIN :    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Science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DURATION :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Months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COMPANY :   </a:t>
            </a:r>
            <a:r>
              <a:rPr lang="en-US" sz="22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EduTech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Solutions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2967C-C626-38FD-7E2C-CACC9EA8F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783" y="1825625"/>
            <a:ext cx="4542181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1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4DB2E-C9A9-7939-4ECE-A1BFC162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PROJECT TIME LINE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8D746-48F0-8194-1E6C-D5F0C612B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851" y="1311966"/>
            <a:ext cx="10873410" cy="52677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0571F7-BB2B-7BA9-8B64-CD5707A2E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436723"/>
            <a:ext cx="10566951" cy="539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00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7F67-EF4A-1239-BB8A-B2EA5D80D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55598"/>
          </a:xfrm>
        </p:spPr>
        <p:txBody>
          <a:bodyPr>
            <a:normAutofit/>
          </a:bodyPr>
          <a:lstStyle/>
          <a:p>
            <a:pPr algn="l"/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F8B822-0D0E-7594-10B6-7A99E4675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0980" y="2156696"/>
            <a:ext cx="10048568" cy="423427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Company Overview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Tools and Technologies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Challenges And Learning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Conclusion 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566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C4BB8-F2A3-329A-9B7B-03664A10F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159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F8CC-9F02-F57B-D683-94571C136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4064" y="1014284"/>
            <a:ext cx="5633883" cy="567165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 Churn Prediction is a machine learning project that predicts whether a telecom customer is likely to stay with the company or churn.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project analyzes customer demographics, service subscriptions, account information, and usage patterns to identify the key factors influencing customer churn.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aims to develop an accurate and reliable prediction model that helps businesses identify customers who are at risk of leaving.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insights generated from the model support data-driven decision-making, improve customer retention strategies, and reduce customer churn.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final machine learning model is deployed using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providing an easy-to-use interface for predicting customer churn.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72C78A-0BFB-C026-1A08-623225AE13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811" y="1091382"/>
            <a:ext cx="5368413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04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72A5-0838-07AA-F37C-E87C7C9C3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Company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9C084-1BC0-EC18-EDC2-000FD5A8C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4096" y="1825624"/>
            <a:ext cx="4820478" cy="4853471"/>
          </a:xfrm>
        </p:spPr>
        <p:txBody>
          <a:bodyPr>
            <a:noAutofit/>
          </a:bodyPr>
          <a:lstStyle/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EduTech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Solutions is an IT services and education technology company.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provides internships, training, and skill development programs.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company offers courses in AI, Data Science, Full Stack Development, Cybersecurity, and other emerging technologies.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focuses on practical learning through hands-on projects and mentorship.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helps students and fresh graduates develop industry-ready skills.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Its mission is to bridge the gap between academic learning and industry requirements.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0C92874-DDB6-E4F6-D54D-38BACC04A80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25624"/>
            <a:ext cx="5181600" cy="420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31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BCE9B-A077-99F3-D19E-270AF55FB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39B90-9388-69B5-185F-DB5AAF9DB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860" y="1428059"/>
            <a:ext cx="10860157" cy="491310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predict whether a telecom customer is likely to stay or churn using machine learning.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analyze customer demographics, service usage, and account information to identify factors influencing churn.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preprocess the telecom customer dataset and build an accurate prediction model.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evaluate the model using performance metrics such as accuracy, precision, recall, and F1-score.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develop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web application for real-time customer churn prediction.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help businesses improve customer retention through data-driven decision-making.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082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BCDBF1-9B69-CDE7-9F53-A015F3DC4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417" y="1825625"/>
            <a:ext cx="95713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86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A168C-9609-CC99-C0F0-3C4BAF312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2FD0C-AF3E-DEA2-20DC-378AFE62C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1248698"/>
            <a:ext cx="10982633" cy="536841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 </a:t>
            </a: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</a:p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Collect the telecom customer churn dataset.</a:t>
            </a:r>
          </a:p>
          <a:p>
            <a:pPr marL="0" indent="0">
              <a:buNone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Data Preprocessing</a:t>
            </a:r>
          </a:p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Clean the data, handle missing values, and encode categorical variables.</a:t>
            </a:r>
          </a:p>
          <a:p>
            <a:pPr marL="0" indent="0">
              <a:buNone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Exploratory Data Analysis (EDA)</a:t>
            </a:r>
          </a:p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Analyze customer behavior and identify churn patterns.</a:t>
            </a:r>
          </a:p>
          <a:p>
            <a:pPr marL="0" indent="0">
              <a:buNone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Train–Test Split</a:t>
            </a:r>
          </a:p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Split the dataset into training and testing sets.</a:t>
            </a:r>
          </a:p>
          <a:p>
            <a:pPr marL="0" indent="0">
              <a:buNone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Model Building</a:t>
            </a:r>
          </a:p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Train the Random Forest Classifier for customer churn prediction.</a:t>
            </a:r>
          </a:p>
          <a:p>
            <a:pPr marL="0" indent="0">
              <a:buNone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Model Evaluation</a:t>
            </a:r>
          </a:p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Evaluate the model using Accuracy, Precision, Recall, and F1-Score.</a:t>
            </a:r>
          </a:p>
          <a:p>
            <a:pPr marL="0" indent="0">
              <a:buNone/>
            </a:pP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Prediction &amp; </a:t>
            </a:r>
            <a:r>
              <a:rPr lang="en-US" sz="9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9600" dirty="0">
                <a:latin typeface="Arial" panose="020B0604020202020204" pitchFamily="34" charset="0"/>
                <a:cs typeface="Arial" panose="020B0604020202020204" pitchFamily="34" charset="0"/>
              </a:rPr>
              <a:t> Deployment</a:t>
            </a:r>
          </a:p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Predict customer churn and deploy the final model using </a:t>
            </a:r>
            <a:r>
              <a:rPr lang="en-US" sz="8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 for real-time predictions</a:t>
            </a:r>
            <a:endParaRPr lang="en-IN" sz="8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279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5ADB1-CEC8-20B2-BA1D-9E5E9911A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311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BF79F-49DF-6407-9FC0-63DDDE19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07A4F-4137-3B38-FAE6-589E1F3AD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 churn is a major challenge for telecom companies as it leads to revenue loss and increased customer acquisition costs.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project uses machine learning to predict customers who are likely to leave the telecom service.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prediction helps organizations take proactive measures to improve customer      retention.</a:t>
            </a:r>
          </a:p>
          <a:p>
            <a:pPr marL="0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Project Scope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Analyzes customer demographic, service usage, contract, and billing information.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Identifies customers with a high risk of churn.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Supports telecom companies in making data-driven decisions and improving customer satisfaction.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714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C7DC3-1666-6838-9546-5FCB74624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76462"/>
            <a:ext cx="11186651" cy="4783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Project Approach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Collect And Preprocess The Telecom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Customer Dataset.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Perform Feature Selection And Train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Multiple Machine Learning Models.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Select The Best-Performing Model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Based On Evaluation Metrics.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Deploy The Final Model As A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Web Application For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Real Time Churn Prediction.</a:t>
            </a: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C6B4D3-D22D-2B07-89B1-184EBF437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949" y="1776460"/>
            <a:ext cx="6599901" cy="478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864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4069E-1659-EA1D-C12E-23F20F0A9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292" y="424118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3899-E7C3-C59C-9A68-F8F1B24DB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386" y="1825625"/>
            <a:ext cx="1032141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Programming And Development: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Google collab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</a:p>
          <a:p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Machine Learning And Data Preprocessing: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Pandas</a:t>
            </a:r>
          </a:p>
          <a:p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Scikit-Learn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Random Forest Classifier</a:t>
            </a:r>
          </a:p>
        </p:txBody>
      </p:sp>
    </p:spTree>
    <p:extLst>
      <p:ext uri="{BB962C8B-B14F-4D97-AF65-F5344CB8AC3E}">
        <p14:creationId xmlns:p14="http://schemas.microsoft.com/office/powerpoint/2010/main" val="2092883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6D69915-9B8E-FFBD-2143-24BCB9C27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171"/>
            <a:ext cx="11068664" cy="4616246"/>
          </a:xfrm>
        </p:spPr>
        <p:txBody>
          <a:bodyPr/>
          <a:lstStyle/>
          <a:p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Joblib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Visualization And Deployment:</a:t>
            </a:r>
          </a:p>
          <a:p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Matplotib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Seaborn</a:t>
            </a:r>
          </a:p>
          <a:p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Telecom Customer Churn Dataset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Model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3549005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38F0AE-639B-46D7-54AE-315E67CC0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96" y="1013791"/>
            <a:ext cx="10618304" cy="547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516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AEA2-BB50-F320-6537-B8BD4959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3136012-FCFC-DC88-6BD4-24C65C43E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52" y="1825625"/>
            <a:ext cx="7526216" cy="46672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C466B7B-CB1B-624D-9E05-649355DF1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068" y="1825624"/>
            <a:ext cx="3928906" cy="491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85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9D4E58-239B-C2EA-EBEC-EBF710A99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09" y="168966"/>
            <a:ext cx="5802842" cy="656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73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A15DA4-E515-1877-FB4C-9EEC319D30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984" y="506896"/>
            <a:ext cx="5276068" cy="6122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11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FA6219-F16F-C1A4-79D7-7EF3EBC69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62879"/>
            <a:ext cx="10515600" cy="446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67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433697-AC13-A64C-4AD7-EB11E0331C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304" y="268357"/>
            <a:ext cx="7056783" cy="637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68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F513B8-9B93-5AEE-F8DF-DC5CCC9382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825625"/>
            <a:ext cx="1062161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57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EE6425-C53F-7453-D91D-E9DC1BDEC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64096"/>
            <a:ext cx="10383077" cy="524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E752E5C-FBC9-EB3F-DCEC-935F5EB69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192" y="785191"/>
            <a:ext cx="5673634" cy="5715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A06E64-AD27-5685-E7FB-2A1CCA37B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446" y="874643"/>
            <a:ext cx="5514561" cy="562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93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ED9814A-028F-2B3A-1037-51B845C0FB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7" y="1013791"/>
            <a:ext cx="6120894" cy="56255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FB427F-CDBD-D3DC-C111-8AF929A8E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165" y="1013791"/>
            <a:ext cx="4154556" cy="562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23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4D4114-6269-3390-A398-BEB6E22700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843" y="924339"/>
            <a:ext cx="9780105" cy="525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425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0CA97F-060A-062C-7571-CB892CF67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817" y="1172817"/>
            <a:ext cx="9899374" cy="509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69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1818C45-6391-9BB4-05C3-C8BFA7457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13" y="954157"/>
            <a:ext cx="10197548" cy="522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12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65EDE2-9599-6F42-1BBE-1793A2BEC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451113"/>
            <a:ext cx="10810461" cy="477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59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DB83E-B42B-DB85-1BD5-2E77179A5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Challenges And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84045-B905-46CF-96D6-13D2D0F35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05" y="1967868"/>
            <a:ext cx="9093759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Data Preprocessing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Challenge: Preparing the dataset for training.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Solution: Cleaned the data and encoded categorical features.</a:t>
            </a:r>
          </a:p>
          <a:p>
            <a:pPr marL="0" indent="0">
              <a:buNone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Feature Selection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Challenge: Identifying important features.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Solution: Selected the most relevant features using EDA.</a:t>
            </a:r>
          </a:p>
          <a:p>
            <a:pPr marL="0" indent="0">
              <a:buNone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Model Selection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Challenge: Choosing the best machine learning model.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Solution: Selected the Random Forest model for better performance.</a:t>
            </a:r>
          </a:p>
          <a:p>
            <a:pPr marL="0" indent="0">
              <a:buNone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Application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Challenge: Developing a prediction application.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Solution: Built and tested the application using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172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402A8-4097-95D8-3FA2-67D0DF755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Learned data preprocessing.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Gained experience in machine learning.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Improved data analysis skills.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Learned model evaluation.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Developed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application.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Enhanced problem-solving skills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865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1A6E87-182A-2998-2DF7-2063984F6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679" y="1272209"/>
            <a:ext cx="10982738" cy="489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793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DEDE1-51F5-9103-381D-8413B74D8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29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Conclusion  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BB784-D041-37E6-38E0-687A89D46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3365" y="1428059"/>
            <a:ext cx="929308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Developed a machine learning model to predict customer churn effectively.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Analyzed customer data to identify patterns influencing churn.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the Random Forest algorithm to achieve reliable prediction accuracy.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Created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web application for easy and real-time predictions.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Visualized customer trends using interactive charts and graphs.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project helps businesses identify at-risk customers early.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Supports data-driven decisions to improve customer retention.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Can reduce customer loss and increase overall business growth.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Demonstrates the practical application of machine learning in business.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Provides a strong foundation for future enhancements and deployment.</a:t>
            </a:r>
          </a:p>
        </p:txBody>
      </p:sp>
    </p:spTree>
    <p:extLst>
      <p:ext uri="{BB962C8B-B14F-4D97-AF65-F5344CB8AC3E}">
        <p14:creationId xmlns:p14="http://schemas.microsoft.com/office/powerpoint/2010/main" val="2180990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E47E41-6E44-1A6F-1579-B5E1B2011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061" y="834888"/>
            <a:ext cx="10515599" cy="563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405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E9C1-09C1-FE57-8034-C223022AE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08A1-8903-5861-0772-568A99332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4156" y="1825625"/>
            <a:ext cx="10913165" cy="40378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Enhance The Model By Incorporating Additional Customer Behaviour And Transaction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Improve Prediction Performance Through Regular Model Updates And Retraining With New 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   Datasets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Implement Automated Retention Campaigns based on Churn Prediction Results.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Develop An Interactive Analytics Dashboard With Advanced Reporting Features.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Integrate The System With Customer Relationship Management (CRM) Platforms For Seamless Business Operations.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Extend The Application To Support Multiple Industries Such As Banking, Retail, Healthcare, And E-commerce.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643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0245E6-C951-78A1-754D-E358BF301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944217"/>
            <a:ext cx="10217426" cy="523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128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244C-F758-62E5-E82D-4F408C7EC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sz="4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“</a:t>
            </a:r>
            <a:r>
              <a:rPr lang="en-IN" sz="4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 “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BF2B6F-682C-303B-DDA0-484069300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948" y="1918252"/>
            <a:ext cx="4699551" cy="392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164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911</Words>
  <Application>Microsoft Office PowerPoint</Application>
  <PresentationFormat>Widescreen</PresentationFormat>
  <Paragraphs>150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Wingdings</vt:lpstr>
      <vt:lpstr>Office Theme</vt:lpstr>
      <vt:lpstr> </vt:lpstr>
      <vt:lpstr>PROJECT TITLE  : “CUSTOMER CHURN PREDICTION                                  PROJECT “</vt:lpstr>
      <vt:lpstr>PROJECT TIME LINE PRESENTATION</vt:lpstr>
      <vt:lpstr>Contents</vt:lpstr>
      <vt:lpstr>Introduction</vt:lpstr>
      <vt:lpstr>Company Overview</vt:lpstr>
      <vt:lpstr> Project Objectives</vt:lpstr>
      <vt:lpstr>PowerPoint Presentation</vt:lpstr>
      <vt:lpstr>Methodology</vt:lpstr>
      <vt:lpstr>PowerPoint Presentation</vt:lpstr>
      <vt:lpstr>Project Overview</vt:lpstr>
      <vt:lpstr>PowerPoint Presentation</vt:lpstr>
      <vt:lpstr>Tools And Technologies</vt:lpstr>
      <vt:lpstr>PowerPoint Presentation</vt:lpstr>
      <vt:lpstr>PowerPoint Presentation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And Learning</vt:lpstr>
      <vt:lpstr>PowerPoint Presentation</vt:lpstr>
      <vt:lpstr>PowerPoint Presentation</vt:lpstr>
      <vt:lpstr>Conclusion  </vt:lpstr>
      <vt:lpstr>PowerPoint Presentation</vt:lpstr>
      <vt:lpstr>Future Scope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himabindu kanuri</dc:creator>
  <cp:lastModifiedBy>himabindu kanuri</cp:lastModifiedBy>
  <cp:revision>4</cp:revision>
  <dcterms:created xsi:type="dcterms:W3CDTF">2026-07-22T09:48:03Z</dcterms:created>
  <dcterms:modified xsi:type="dcterms:W3CDTF">2026-07-24T09:51:42Z</dcterms:modified>
</cp:coreProperties>
</file>